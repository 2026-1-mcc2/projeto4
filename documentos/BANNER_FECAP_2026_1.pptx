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g+y4j1ngNDxNS40Bmu+8xJPQ7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11" Type="http://schemas.openxmlformats.org/officeDocument/2006/relationships/image" Target="../media/image7.png"/><Relationship Id="rId10" Type="http://schemas.openxmlformats.org/officeDocument/2006/relationships/image" Target="../media/image8.png"/><Relationship Id="rId9" Type="http://schemas.openxmlformats.org/officeDocument/2006/relationships/image" Target="../media/image3.jp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9.jpg"/><Relationship Id="rId8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2"/>
            <a:ext cx="13848535" cy="8126085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37744" y="30089492"/>
            <a:ext cx="12527629" cy="812605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972526" y="336624"/>
              <a:ext cx="6635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2" y="7477172"/>
            <a:ext cx="10206808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03" y="17805383"/>
            <a:ext cx="9964000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20799" y="43212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Mr.Nuts Cerealista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927175" y="6355575"/>
            <a:ext cx="269064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Emilly Oliveira; Lucas de Freitas; Michael Condori; Pedro Costa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Cristina Leite, David de Oliveira, Francisco de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sa, Kátia Bossi, Jésus Gomes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561385" y="30874942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561378" y="10719370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758229" y="20667714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6001550" y="32045000"/>
            <a:ext cx="11400000" cy="6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/>
              <a:t>Para o desenvolvimento deste projeto, foram consultados os seguintes sites como referência, Ifood, plataforma de entrega de alimentos; Pelando e Promobit, ambos sites de anúncios de promoções e cupons; Ufoodin e FoodByUs,</a:t>
            </a:r>
            <a:endParaRPr sz="34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/>
              <a:t>marketplaces B2B do setor alimentício; Mundo cerealista, Bela Cerealista e Empório Rosa, lojas do segmento cerealista. Todos os acessos foram realizados em 29 de abril de 2026.</a:t>
            </a:r>
            <a:endParaRPr sz="3400"/>
          </a:p>
        </p:txBody>
      </p:sp>
      <p:sp>
        <p:nvSpPr>
          <p:cNvPr id="132" name="Google Shape;132;p1"/>
          <p:cNvSpPr txBox="1"/>
          <p:nvPr/>
        </p:nvSpPr>
        <p:spPr>
          <a:xfrm>
            <a:off x="1570075" y="32011975"/>
            <a:ext cx="12562800" cy="6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Foram usadas, com o devido auxílio e uso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consciente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, essas tecnologias para o auxílio e desenvolvimento do projeto: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Visual Studio Code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370297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MySQL Workbench 8.0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0297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PostMan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Figma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Canva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1645570" y="11879534"/>
            <a:ext cx="125628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Este projeto tem como objetivo solucionar ou reduzir problemas presentes no mercado B2B, como a limitação nos canais de comunicação, a lentidão nas negociações e a falta de uma plataforma confiável que conecte empresas na compra de produtos do setor alimentício.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70029" y="21654109"/>
            <a:ext cx="12562800" cy="27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Uma plataforma digital que conecta fornecedores com os clientes donos de lojas de pequeno/médio/grande porte, eliminando intermediários e agilizando todo o processo de compra e venda.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617816" y="10880630"/>
            <a:ext cx="11904300" cy="12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Analisando a presença deste projeto no mercado digital, fora notado que ele tem grande impacto na facilitação de comunicação entre as empresas do ramo cerealista no meio digital, promovendo negociações em um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ambiente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confiável e seguro. Ele também é responsável por aumentar a compra e venda de produtos cerealistas, além de impulsionar a importação e exportação dos mesmos. Causando impactos como: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Centralização das negociações;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Ampliação do alcance comercial;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Redução de custos operacionais;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Fortalecimento do relacionamento entre empresas;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Sendo assim, a Mr. Nuts Cerealista vem possuindo cada vez mais impacto e presença como um universo digital para as empresas cerealistas.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1" title="The-Ultimate-Guide-to-Gluten-Free-Grains-post-by-Mama-Natural.jpg"/>
          <p:cNvPicPr preferRelativeResize="0"/>
          <p:nvPr/>
        </p:nvPicPr>
        <p:blipFill rotWithShape="1">
          <a:blip r:embed="rId7">
            <a:alphaModFix/>
          </a:blip>
          <a:srcRect b="0" l="51775" r="63" t="0"/>
          <a:stretch/>
        </p:blipFill>
        <p:spPr>
          <a:xfrm rot="5400000">
            <a:off x="18439925" y="20544376"/>
            <a:ext cx="6260127" cy="1249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" title="12984.jpg"/>
          <p:cNvPicPr preferRelativeResize="0"/>
          <p:nvPr/>
        </p:nvPicPr>
        <p:blipFill rotWithShape="1">
          <a:blip r:embed="rId8">
            <a:alphaModFix amt="32000"/>
          </a:blip>
          <a:srcRect b="44018" l="0" r="0" t="0"/>
          <a:stretch/>
        </p:blipFill>
        <p:spPr>
          <a:xfrm>
            <a:off x="2201700" y="24399400"/>
            <a:ext cx="11400000" cy="55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 title="pngtree-hand-outstretched-for-handshake-communication-truce-outstretched-photo-image_5246026.jpg"/>
          <p:cNvPicPr preferRelativeResize="0"/>
          <p:nvPr/>
        </p:nvPicPr>
        <p:blipFill rotWithShape="1">
          <a:blip r:embed="rId9">
            <a:alphaModFix/>
          </a:blip>
          <a:srcRect b="9314" l="0" r="853" t="0"/>
          <a:stretch/>
        </p:blipFill>
        <p:spPr>
          <a:xfrm rot="1">
            <a:off x="8449100" y="15544851"/>
            <a:ext cx="6308900" cy="408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" title="d17828b9-d5e3-454b-9209-f073f8597fd0.png"/>
          <p:cNvPicPr preferRelativeResize="0"/>
          <p:nvPr/>
        </p:nvPicPr>
        <p:blipFill rotWithShape="1">
          <a:blip r:embed="rId10">
            <a:alphaModFix/>
          </a:blip>
          <a:srcRect b="408" l="9099" r="0" t="4797"/>
          <a:stretch/>
        </p:blipFill>
        <p:spPr>
          <a:xfrm>
            <a:off x="941025" y="15401350"/>
            <a:ext cx="6084626" cy="422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54_Sem_Titulo_2026050411094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40513" y="23040901"/>
            <a:ext cx="8372925" cy="837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